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5487" y="1009773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Sales Performance Dashboard using Power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9744" y="1761182"/>
            <a:ext cx="813029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b="1" dirty="0"/>
              <a:t>Objective:</a:t>
            </a:r>
            <a:r>
              <a:rPr dirty="0"/>
              <a:t> Analyze sales performance</a:t>
            </a:r>
          </a:p>
          <a:p>
            <a:pPr>
              <a:defRPr sz="2200"/>
            </a:pPr>
            <a:r>
              <a:rPr b="1" dirty="0"/>
              <a:t>Dataset: </a:t>
            </a:r>
            <a:r>
              <a:rPr dirty="0"/>
              <a:t>Retail Sales Data</a:t>
            </a:r>
          </a:p>
          <a:p>
            <a:pPr>
              <a:defRPr sz="2200"/>
            </a:pPr>
            <a:r>
              <a:rPr b="1" dirty="0"/>
              <a:t>Tools: </a:t>
            </a:r>
            <a:r>
              <a:rPr dirty="0"/>
              <a:t>Power BI, Excel, DAX, Power Query</a:t>
            </a:r>
          </a:p>
          <a:p>
            <a:pPr>
              <a:defRPr sz="2200"/>
            </a:pPr>
            <a:r>
              <a:rPr dirty="0"/>
              <a:t>Interactive dashboards for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5187" y="852457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Executive Dashboard</a:t>
            </a:r>
          </a:p>
        </p:txBody>
      </p:sp>
      <p:pic>
        <p:nvPicPr>
          <p:cNvPr id="3" name="Picture 2" descr="Screenshot 2026-07-09 205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69" y="1419778"/>
            <a:ext cx="7589520" cy="424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47587" y="1896813"/>
            <a:ext cx="245806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• KPIs</a:t>
            </a:r>
          </a:p>
          <a:p>
            <a:pPr>
              <a:defRPr sz="2000"/>
            </a:pPr>
            <a:r>
              <a:rPr dirty="0"/>
              <a:t>• Revenue &amp; Profit</a:t>
            </a:r>
          </a:p>
          <a:p>
            <a:pPr>
              <a:defRPr sz="2000"/>
            </a:pPr>
            <a:r>
              <a:rPr dirty="0"/>
              <a:t>• Regional Analysis</a:t>
            </a:r>
          </a:p>
          <a:p>
            <a:pPr>
              <a:defRPr sz="2000"/>
            </a:pPr>
            <a:r>
              <a:rPr dirty="0"/>
              <a:t>• Monthly Trends</a:t>
            </a:r>
          </a:p>
          <a:p>
            <a:pPr>
              <a:defRPr sz="2000"/>
            </a:pPr>
            <a:r>
              <a:rPr dirty="0"/>
              <a:t>• Interactive Filters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5355" y="780011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Sales Analysis</a:t>
            </a:r>
          </a:p>
        </p:txBody>
      </p:sp>
      <p:pic>
        <p:nvPicPr>
          <p:cNvPr id="3" name="Picture 2" descr="image(2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6762"/>
            <a:ext cx="7589520" cy="42844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8259" y="1887794"/>
            <a:ext cx="228108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• Customer Type</a:t>
            </a:r>
          </a:p>
          <a:p>
            <a:pPr>
              <a:defRPr sz="2000"/>
            </a:pPr>
            <a:r>
              <a:rPr dirty="0"/>
              <a:t>• Payment Method</a:t>
            </a:r>
          </a:p>
          <a:p>
            <a:pPr>
              <a:defRPr sz="2000"/>
            </a:pPr>
            <a:r>
              <a:rPr dirty="0"/>
              <a:t>• Product Category</a:t>
            </a:r>
          </a:p>
          <a:p>
            <a:pPr>
              <a:defRPr sz="2000"/>
            </a:pPr>
            <a:r>
              <a:rPr dirty="0"/>
              <a:t>• Sales Channel</a:t>
            </a:r>
          </a:p>
          <a:p>
            <a:pPr>
              <a:defRPr sz="2000"/>
            </a:pPr>
            <a:r>
              <a:rPr dirty="0"/>
              <a:t>• Cross Filtering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9675" y="1169515"/>
            <a:ext cx="10221615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US" sz="2800" b="1" dirty="0"/>
              <a:t>CONCLUSION</a:t>
            </a:r>
          </a:p>
          <a:p>
            <a:pPr>
              <a:defRPr sz="2200"/>
            </a:pPr>
            <a:r>
              <a:rPr dirty="0"/>
              <a:t>• Built an interactive Power BI dashboard.</a:t>
            </a:r>
          </a:p>
          <a:p>
            <a:pPr>
              <a:defRPr sz="2200"/>
            </a:pPr>
            <a:r>
              <a:rPr dirty="0"/>
              <a:t>• Used DAX measures, Power Query and Excel.</a:t>
            </a:r>
          </a:p>
          <a:p>
            <a:pPr>
              <a:defRPr sz="2200"/>
            </a:pPr>
            <a:r>
              <a:rPr dirty="0"/>
              <a:t>• Implemented navigation buttons, slicers and reset filters.</a:t>
            </a:r>
          </a:p>
          <a:p>
            <a:pPr>
              <a:defRPr sz="2200"/>
            </a:pPr>
            <a:r>
              <a:rPr dirty="0"/>
              <a:t>• Provides actionable sales insights for decision 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104</Words>
  <Application>Microsoft Office PowerPoint</Application>
  <PresentationFormat>Custom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kanniga 87</dc:creator>
  <cp:keywords/>
  <dc:description>generated using python-pptx</dc:description>
  <cp:lastModifiedBy>kanniga 87</cp:lastModifiedBy>
  <cp:revision>2</cp:revision>
  <dcterms:created xsi:type="dcterms:W3CDTF">2013-01-27T09:14:16Z</dcterms:created>
  <dcterms:modified xsi:type="dcterms:W3CDTF">2026-07-09T15:29:31Z</dcterms:modified>
  <cp:category/>
</cp:coreProperties>
</file>